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1" showNarration="1"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4000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5000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5000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5000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5000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5000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Click="1" advTm="10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